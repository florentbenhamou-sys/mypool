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7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C4E95-8BBC-0027-EE7B-88DE91BB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119D79-A158-06D2-F72E-EB2DA4CAD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0ADC08-920D-4D88-B097-6D139E6F5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EE1685-4581-1FB8-48AB-6B27A837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11EBC-69B3-A29D-3AE6-4E0C904A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40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D1F56-79E8-BDDD-1AC5-1D0A7B41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62299C-028E-0D3E-E9A3-B2D0CE00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D5442B-FDE4-9B42-B912-F07ADD90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7FB142-950B-B085-B4CE-47443553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C80EB8-8A53-5136-A4F2-1E4628DB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315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95812-59C6-0A56-E536-72C3407A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B84DCE-B02D-7DF9-20C6-D3A813D0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A5B49B-6C53-B919-2D95-77A570B2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ADE3C0-1655-67BB-3AC1-AED95A87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8A6A60-F242-1933-4416-E64D2BDE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76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A19B7F-75B1-72B4-AB42-529338FF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D0A430-39F7-2A1C-BE77-2E7573A83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852E1E-019D-A71D-589A-2EF0AA19B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888685-618D-DC18-5A9A-4B2F64B9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1DD4FD-5A4A-D198-4B13-D16E05CE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3F4B5D-8DEC-77F1-2D64-7CC44AEDC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274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BF01C-785F-A4BD-1290-21BED164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2A17E6-30C9-E274-9EE3-F6680030C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23C354-B9B6-63F7-1FB8-A8B2E91E8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A11D79-3B64-FCB3-328C-298AFA5EE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BAA4D6-6D48-6AA2-AF04-9016D4786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C94EFE-258C-6479-5721-ABCFEBFA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294120-989F-C8C8-3BF9-BC2E33FE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8242A6D-A454-1A39-37D2-579DD9F1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8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D97A88-0A8F-69F2-9C59-A2AE1064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794FA0D-FE1B-4D86-6313-C27F6302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45E358-B3F5-483A-FECD-8DE3CB15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1B41CF-05AB-F2F3-628A-4CD7C5D2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56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783FB5-402D-10C4-271B-C9376812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98F89A8-6BA6-D345-17FE-79444E7A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CCAC36-D9C2-0D65-5571-DB59C38B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87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F5261A-3AAF-2159-3FF5-C6058ECB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6FC388-E96A-10FF-D9E1-09DD806F7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F6FB7D-0ECC-EBD0-7068-0654BC522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B65615-5C74-9D7D-6F93-73574AE7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0B5658-9720-0377-ECF6-A06E9072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3BEFC4-A52E-3B54-20FF-66928459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4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8DA7E-1DF2-CA62-5EC4-F9DC2B670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B230D38-0317-BDD0-15A5-17C61CE5A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C8DC4F-5A00-E2E1-19B5-C9EE9C5D4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5F6629-6ACD-D95E-F655-C327E046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91C307-753E-9F2C-82C5-B0544FE1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B2ACD1-0376-D05A-B046-8EE5001C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79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AB2B5-D972-2A64-F291-A7092A60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67EE01-78C0-F38F-E6B7-B9B0635E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234C8A-79B5-E296-A8EE-8774166B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EBFC10-1F13-1000-37CE-B43740FE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8868DF-7BB6-08A9-67B5-7B1A9C9E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60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2C56583-B2C3-45D0-457E-A9927029D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12ABCA-0028-2839-B4E0-7E4E40594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9D79BF-1B51-7AC7-EF4F-324E53D8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F02AB6-AE2A-107B-B38F-1C529E5A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41CBEC-0560-71D0-F6FE-ECADA239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190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ABB19AF-8C65-8215-FA15-029CBDF7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6A7496-056F-05C3-C861-35F93393F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FB8503-ECB6-99E3-BB8D-2B9E4113A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7B8CDB-78BA-429C-2CEC-C04427393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3380F1-BF2E-C45F-319E-332820FC6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34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dreVariable">
            <a:extLst>
              <a:ext uri="{FF2B5EF4-FFF2-40B4-BE49-F238E27FC236}">
                <a16:creationId xmlns:a16="http://schemas.microsoft.com/office/drawing/2014/main" id="{6B071845-13C7-89D9-F79E-79B1BE4ED825}"/>
              </a:ext>
            </a:extLst>
          </p:cNvPr>
          <p:cNvSpPr/>
          <p:nvPr/>
        </p:nvSpPr>
        <p:spPr>
          <a:xfrm>
            <a:off x="1492949" y="5331700"/>
            <a:ext cx="4482296" cy="139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ObjectifExercice">
            <a:extLst>
              <a:ext uri="{FF2B5EF4-FFF2-40B4-BE49-F238E27FC236}">
                <a16:creationId xmlns:a16="http://schemas.microsoft.com/office/drawing/2014/main" id="{1D34FD23-9436-D0DD-86ED-0EC75B2AC2B8}"/>
              </a:ext>
            </a:extLst>
          </p:cNvPr>
          <p:cNvSpPr txBox="1"/>
          <p:nvPr/>
        </p:nvSpPr>
        <p:spPr>
          <a:xfrm>
            <a:off x="2519035" y="122505"/>
            <a:ext cx="4875398" cy="323165"/>
          </a:xfrm>
          <a:prstGeom prst="rect">
            <a:avLst/>
          </a:prstGeom>
          <a:solidFill>
            <a:schemeClr val="tx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CRÉER ET UTILISER LES ESPACES</a:t>
            </a:r>
            <a:endParaRPr kumimoji="0" lang="fr-FR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oin Educateur">
            <a:extLst>
              <a:ext uri="{FF2B5EF4-FFF2-40B4-BE49-F238E27FC236}">
                <a16:creationId xmlns:a16="http://schemas.microsoft.com/office/drawing/2014/main" id="{2896FCE7-7C5F-17EC-B14B-D598083AEF19}"/>
              </a:ext>
            </a:extLst>
          </p:cNvPr>
          <p:cNvSpPr txBox="1"/>
          <p:nvPr/>
        </p:nvSpPr>
        <p:spPr>
          <a:xfrm>
            <a:off x="119386" y="4590052"/>
            <a:ext cx="11918125" cy="323165"/>
          </a:xfrm>
          <a:prstGeom prst="rect">
            <a:avLst/>
          </a:prstGeom>
          <a:solidFill>
            <a:schemeClr val="accent4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COIN DE L’ÉDUCATEUR</a:t>
            </a:r>
          </a:p>
        </p:txBody>
      </p:sp>
      <p:sp>
        <p:nvSpPr>
          <p:cNvPr id="3" name="Titre_Espace">
            <a:extLst>
              <a:ext uri="{FF2B5EF4-FFF2-40B4-BE49-F238E27FC236}">
                <a16:creationId xmlns:a16="http://schemas.microsoft.com/office/drawing/2014/main" id="{CBC91EA6-5B52-E655-E8EA-BE70C259535B}"/>
              </a:ext>
            </a:extLst>
          </p:cNvPr>
          <p:cNvSpPr txBox="1"/>
          <p:nvPr/>
        </p:nvSpPr>
        <p:spPr>
          <a:xfrm>
            <a:off x="103546" y="525418"/>
            <a:ext cx="2329685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ESPACE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itre_Effectif">
            <a:extLst>
              <a:ext uri="{FF2B5EF4-FFF2-40B4-BE49-F238E27FC236}">
                <a16:creationId xmlns:a16="http://schemas.microsoft.com/office/drawing/2014/main" id="{32E373C2-23B2-73F2-BA97-D36817F25703}"/>
              </a:ext>
            </a:extLst>
          </p:cNvPr>
          <p:cNvSpPr txBox="1"/>
          <p:nvPr/>
        </p:nvSpPr>
        <p:spPr>
          <a:xfrm>
            <a:off x="75528" y="1639968"/>
            <a:ext cx="2357704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EFFECTIF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_espace">
            <a:extLst>
              <a:ext uri="{FF2B5EF4-FFF2-40B4-BE49-F238E27FC236}">
                <a16:creationId xmlns:a16="http://schemas.microsoft.com/office/drawing/2014/main" id="{757D9EF4-C353-1873-83B3-F51DAC7628F0}"/>
              </a:ext>
            </a:extLst>
          </p:cNvPr>
          <p:cNvSpPr/>
          <p:nvPr/>
        </p:nvSpPr>
        <p:spPr>
          <a:xfrm>
            <a:off x="67682" y="904435"/>
            <a:ext cx="23233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Surface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 xml:space="preserve"> : 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12x12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 carrés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itre_TempsDeJeu">
            <a:extLst>
              <a:ext uri="{FF2B5EF4-FFF2-40B4-BE49-F238E27FC236}">
                <a16:creationId xmlns:a16="http://schemas.microsoft.com/office/drawing/2014/main" id="{E6C64F0D-57F1-A4FA-05D9-4440E90210B8}"/>
              </a:ext>
            </a:extLst>
          </p:cNvPr>
          <p:cNvSpPr txBox="1"/>
          <p:nvPr/>
        </p:nvSpPr>
        <p:spPr>
          <a:xfrm>
            <a:off x="89288" y="2858543"/>
            <a:ext cx="2343943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TEMPS DE JEU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7" name="Horloge">
            <a:extLst>
              <a:ext uri="{FF2B5EF4-FFF2-40B4-BE49-F238E27FC236}">
                <a16:creationId xmlns:a16="http://schemas.microsoft.com/office/drawing/2014/main" id="{F501CE3A-1A97-F287-50A1-A32513F90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8" y="3317012"/>
            <a:ext cx="3714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_TempsDeJeu">
            <a:extLst>
              <a:ext uri="{FF2B5EF4-FFF2-40B4-BE49-F238E27FC236}">
                <a16:creationId xmlns:a16="http://schemas.microsoft.com/office/drawing/2014/main" id="{1BCD1F40-DFC1-06EC-A054-A6F4AC9E552F}"/>
              </a:ext>
            </a:extLst>
          </p:cNvPr>
          <p:cNvSpPr/>
          <p:nvPr/>
        </p:nvSpPr>
        <p:spPr>
          <a:xfrm>
            <a:off x="515525" y="3289574"/>
            <a:ext cx="2008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temps total 15 minutes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séquences de 2 minutes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itre_REgle">
            <a:extLst>
              <a:ext uri="{FF2B5EF4-FFF2-40B4-BE49-F238E27FC236}">
                <a16:creationId xmlns:a16="http://schemas.microsoft.com/office/drawing/2014/main" id="{3DC045C5-5956-9AA8-A9BB-AD5521C31C5A}"/>
              </a:ext>
            </a:extLst>
          </p:cNvPr>
          <p:cNvSpPr txBox="1"/>
          <p:nvPr/>
        </p:nvSpPr>
        <p:spPr>
          <a:xfrm>
            <a:off x="2511975" y="1639968"/>
            <a:ext cx="4886255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REGLES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Text_Regle">
            <a:extLst>
              <a:ext uri="{FF2B5EF4-FFF2-40B4-BE49-F238E27FC236}">
                <a16:creationId xmlns:a16="http://schemas.microsoft.com/office/drawing/2014/main" id="{7FD49A3C-CB0E-98A3-16F3-830FAF3CEC12}"/>
              </a:ext>
            </a:extLst>
          </p:cNvPr>
          <p:cNvSpPr/>
          <p:nvPr/>
        </p:nvSpPr>
        <p:spPr>
          <a:xfrm>
            <a:off x="2595163" y="2044077"/>
            <a:ext cx="459086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4vs2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jeu au sol obligatoire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occuper tous les espaces du carré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joueurs sont situés à l’extérieur du carré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Thème 1 jeu libre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Thème 2 max 2 touches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Thème 3 après chaque passe changer de coté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itre_Variables">
            <a:extLst>
              <a:ext uri="{FF2B5EF4-FFF2-40B4-BE49-F238E27FC236}">
                <a16:creationId xmlns:a16="http://schemas.microsoft.com/office/drawing/2014/main" id="{2BC5C255-56F3-893B-295C-F2CF8B749A58}"/>
              </a:ext>
            </a:extLst>
          </p:cNvPr>
          <p:cNvSpPr txBox="1"/>
          <p:nvPr/>
        </p:nvSpPr>
        <p:spPr>
          <a:xfrm>
            <a:off x="1500461" y="5008535"/>
            <a:ext cx="4482296" cy="323165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VARIABLES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Titre_Comportements">
            <a:extLst>
              <a:ext uri="{FF2B5EF4-FFF2-40B4-BE49-F238E27FC236}">
                <a16:creationId xmlns:a16="http://schemas.microsoft.com/office/drawing/2014/main" id="{A41C8AFA-CCE8-D7D7-F99B-5A41DA13AE19}"/>
              </a:ext>
            </a:extLst>
          </p:cNvPr>
          <p:cNvSpPr txBox="1"/>
          <p:nvPr/>
        </p:nvSpPr>
        <p:spPr>
          <a:xfrm>
            <a:off x="6129740" y="5012513"/>
            <a:ext cx="5907767" cy="323165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COMPORTEMENTS ATTENDUS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CadreComportement">
            <a:extLst>
              <a:ext uri="{FF2B5EF4-FFF2-40B4-BE49-F238E27FC236}">
                <a16:creationId xmlns:a16="http://schemas.microsoft.com/office/drawing/2014/main" id="{DF08D75C-F3D9-D671-1573-5F16973B7F4C}"/>
              </a:ext>
            </a:extLst>
          </p:cNvPr>
          <p:cNvSpPr/>
          <p:nvPr/>
        </p:nvSpPr>
        <p:spPr>
          <a:xfrm>
            <a:off x="6129741" y="5331700"/>
            <a:ext cx="5907764" cy="139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50" name="Text_Legende">
            <a:extLst>
              <a:ext uri="{FF2B5EF4-FFF2-40B4-BE49-F238E27FC236}">
                <a16:creationId xmlns:a16="http://schemas.microsoft.com/office/drawing/2014/main" id="{5442F53F-5DB0-3F1C-D8DD-D40506C6F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12650"/>
              </p:ext>
            </p:extLst>
          </p:nvPr>
        </p:nvGraphicFramePr>
        <p:xfrm>
          <a:off x="8070124" y="3594829"/>
          <a:ext cx="3527056" cy="3962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75685">
                  <a:extLst>
                    <a:ext uri="{9D8B030D-6E8A-4147-A177-3AD203B41FA5}">
                      <a16:colId xmlns:a16="http://schemas.microsoft.com/office/drawing/2014/main" val="3777875843"/>
                    </a:ext>
                  </a:extLst>
                </a:gridCol>
                <a:gridCol w="1175686">
                  <a:extLst>
                    <a:ext uri="{9D8B030D-6E8A-4147-A177-3AD203B41FA5}">
                      <a16:colId xmlns:a16="http://schemas.microsoft.com/office/drawing/2014/main" val="2653298830"/>
                    </a:ext>
                  </a:extLst>
                </a:gridCol>
                <a:gridCol w="1175685">
                  <a:extLst>
                    <a:ext uri="{9D8B030D-6E8A-4147-A177-3AD203B41FA5}">
                      <a16:colId xmlns:a16="http://schemas.microsoft.com/office/drawing/2014/main" val="1653320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joueur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ballon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joueur / ballon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51527"/>
                  </a:ext>
                </a:extLst>
              </a:tr>
            </a:tbl>
          </a:graphicData>
        </a:graphic>
      </p:graphicFrame>
      <p:cxnSp>
        <p:nvCxnSpPr>
          <p:cNvPr id="54" name="LegendeSign2">
            <a:extLst>
              <a:ext uri="{FF2B5EF4-FFF2-40B4-BE49-F238E27FC236}">
                <a16:creationId xmlns:a16="http://schemas.microsoft.com/office/drawing/2014/main" id="{C11DF95E-CB24-FCB7-65F7-7001952741B2}"/>
              </a:ext>
            </a:extLst>
          </p:cNvPr>
          <p:cNvCxnSpPr>
            <a:cxnSpLocks/>
          </p:cNvCxnSpPr>
          <p:nvPr/>
        </p:nvCxnSpPr>
        <p:spPr>
          <a:xfrm>
            <a:off x="9502333" y="3537363"/>
            <a:ext cx="71256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LegendeSign3">
            <a:extLst>
              <a:ext uri="{FF2B5EF4-FFF2-40B4-BE49-F238E27FC236}">
                <a16:creationId xmlns:a16="http://schemas.microsoft.com/office/drawing/2014/main" id="{F52EF034-F8F1-4B59-E2F6-42B34F4C0591}"/>
              </a:ext>
            </a:extLst>
          </p:cNvPr>
          <p:cNvSpPr>
            <a:spLocks/>
          </p:cNvSpPr>
          <p:nvPr/>
        </p:nvSpPr>
        <p:spPr bwMode="auto">
          <a:xfrm>
            <a:off x="10583297" y="3518359"/>
            <a:ext cx="857180" cy="45719"/>
          </a:xfrm>
          <a:custGeom>
            <a:avLst/>
            <a:gdLst>
              <a:gd name="T0" fmla="*/ 0 w 106"/>
              <a:gd name="T1" fmla="*/ 62345 h 11"/>
              <a:gd name="T2" fmla="*/ 180975 w 106"/>
              <a:gd name="T3" fmla="*/ 6927 h 11"/>
              <a:gd name="T4" fmla="*/ 371475 w 106"/>
              <a:gd name="T5" fmla="*/ 69273 h 11"/>
              <a:gd name="T6" fmla="*/ 552450 w 106"/>
              <a:gd name="T7" fmla="*/ 0 h 11"/>
              <a:gd name="T8" fmla="*/ 752475 w 106"/>
              <a:gd name="T9" fmla="*/ 69273 h 11"/>
              <a:gd name="T10" fmla="*/ 866775 w 106"/>
              <a:gd name="T11" fmla="*/ 27709 h 11"/>
              <a:gd name="T12" fmla="*/ 1009650 w 106"/>
              <a:gd name="T13" fmla="*/ 41564 h 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6"/>
              <a:gd name="T22" fmla="*/ 0 h 11"/>
              <a:gd name="T23" fmla="*/ 106 w 106"/>
              <a:gd name="T24" fmla="*/ 11 h 1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6" h="11">
                <a:moveTo>
                  <a:pt x="0" y="9"/>
                </a:moveTo>
                <a:cubicBezTo>
                  <a:pt x="6" y="5"/>
                  <a:pt x="13" y="1"/>
                  <a:pt x="19" y="1"/>
                </a:cubicBezTo>
                <a:cubicBezTo>
                  <a:pt x="25" y="1"/>
                  <a:pt x="33" y="10"/>
                  <a:pt x="39" y="10"/>
                </a:cubicBezTo>
                <a:cubicBezTo>
                  <a:pt x="45" y="10"/>
                  <a:pt x="51" y="0"/>
                  <a:pt x="58" y="0"/>
                </a:cubicBezTo>
                <a:cubicBezTo>
                  <a:pt x="65" y="0"/>
                  <a:pt x="74" y="9"/>
                  <a:pt x="79" y="10"/>
                </a:cubicBezTo>
                <a:cubicBezTo>
                  <a:pt x="84" y="11"/>
                  <a:pt x="87" y="5"/>
                  <a:pt x="91" y="4"/>
                </a:cubicBezTo>
                <a:cubicBezTo>
                  <a:pt x="95" y="3"/>
                  <a:pt x="104" y="6"/>
                  <a:pt x="106" y="6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Titre_ButDuJeu">
            <a:extLst>
              <a:ext uri="{FF2B5EF4-FFF2-40B4-BE49-F238E27FC236}">
                <a16:creationId xmlns:a16="http://schemas.microsoft.com/office/drawing/2014/main" id="{5D5DBBD7-6FEE-324C-2CF4-9561BF78FE47}"/>
              </a:ext>
            </a:extLst>
          </p:cNvPr>
          <p:cNvSpPr txBox="1"/>
          <p:nvPr/>
        </p:nvSpPr>
        <p:spPr>
          <a:xfrm>
            <a:off x="2522832" y="519963"/>
            <a:ext cx="4875398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BUT DU JEU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Text_ButDuJeu">
            <a:extLst>
              <a:ext uri="{FF2B5EF4-FFF2-40B4-BE49-F238E27FC236}">
                <a16:creationId xmlns:a16="http://schemas.microsoft.com/office/drawing/2014/main" id="{77B579E1-52C4-76AC-9D25-9F2C25E997F3}"/>
              </a:ext>
            </a:extLst>
          </p:cNvPr>
          <p:cNvSpPr/>
          <p:nvPr/>
        </p:nvSpPr>
        <p:spPr>
          <a:xfrm>
            <a:off x="2595163" y="850944"/>
            <a:ext cx="4688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conservation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passes = 1pt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Défenseur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intercepter = 1 pt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0" name="LegendeSign1">
            <a:extLst>
              <a:ext uri="{FF2B5EF4-FFF2-40B4-BE49-F238E27FC236}">
                <a16:creationId xmlns:a16="http://schemas.microsoft.com/office/drawing/2014/main" id="{122089D7-B07F-32EE-6D92-0259875CAE0B}"/>
              </a:ext>
            </a:extLst>
          </p:cNvPr>
          <p:cNvCxnSpPr>
            <a:cxnSpLocks/>
          </p:cNvCxnSpPr>
          <p:nvPr/>
        </p:nvCxnSpPr>
        <p:spPr>
          <a:xfrm>
            <a:off x="8299380" y="3536190"/>
            <a:ext cx="76950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amColor3NBJoueurs">
            <a:extLst>
              <a:ext uri="{FF2B5EF4-FFF2-40B4-BE49-F238E27FC236}">
                <a16:creationId xmlns:a16="http://schemas.microsoft.com/office/drawing/2014/main" id="{909679BF-90C5-CBB7-1799-6110194515CA}"/>
              </a:ext>
            </a:extLst>
          </p:cNvPr>
          <p:cNvSpPr txBox="1"/>
          <p:nvPr/>
        </p:nvSpPr>
        <p:spPr>
          <a:xfrm>
            <a:off x="377065" y="2066414"/>
            <a:ext cx="89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 joueurs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TeamColor4NBJoueurs">
            <a:extLst>
              <a:ext uri="{FF2B5EF4-FFF2-40B4-BE49-F238E27FC236}">
                <a16:creationId xmlns:a16="http://schemas.microsoft.com/office/drawing/2014/main" id="{55BC29F8-D928-6BC0-AB8E-117D55CB06F6}"/>
              </a:ext>
            </a:extLst>
          </p:cNvPr>
          <p:cNvSpPr txBox="1"/>
          <p:nvPr/>
        </p:nvSpPr>
        <p:spPr>
          <a:xfrm>
            <a:off x="374841" y="2419130"/>
            <a:ext cx="981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joueurs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amColor3">
            <a:extLst>
              <a:ext uri="{FF2B5EF4-FFF2-40B4-BE49-F238E27FC236}">
                <a16:creationId xmlns:a16="http://schemas.microsoft.com/office/drawing/2014/main" id="{30DBC530-AB3E-557C-21E5-07E89165B052}"/>
              </a:ext>
            </a:extLst>
          </p:cNvPr>
          <p:cNvSpPr/>
          <p:nvPr/>
        </p:nvSpPr>
        <p:spPr>
          <a:xfrm>
            <a:off x="165365" y="2116899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amColor4">
            <a:extLst>
              <a:ext uri="{FF2B5EF4-FFF2-40B4-BE49-F238E27FC236}">
                <a16:creationId xmlns:a16="http://schemas.microsoft.com/office/drawing/2014/main" id="{DC31868B-046C-E2CE-A56A-6116F5FA16F4}"/>
              </a:ext>
            </a:extLst>
          </p:cNvPr>
          <p:cNvSpPr/>
          <p:nvPr/>
        </p:nvSpPr>
        <p:spPr>
          <a:xfrm>
            <a:off x="165365" y="2467996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amColor2NBJoueurs">
            <a:extLst>
              <a:ext uri="{FF2B5EF4-FFF2-40B4-BE49-F238E27FC236}">
                <a16:creationId xmlns:a16="http://schemas.microsoft.com/office/drawing/2014/main" id="{3410FBFC-E5AA-7042-266F-4FD780F331E5}"/>
              </a:ext>
            </a:extLst>
          </p:cNvPr>
          <p:cNvSpPr txBox="1"/>
          <p:nvPr/>
        </p:nvSpPr>
        <p:spPr>
          <a:xfrm>
            <a:off x="1511447" y="2071061"/>
            <a:ext cx="89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joueurs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amColor1NBJoueurs">
            <a:extLst>
              <a:ext uri="{FF2B5EF4-FFF2-40B4-BE49-F238E27FC236}">
                <a16:creationId xmlns:a16="http://schemas.microsoft.com/office/drawing/2014/main" id="{6493FD72-E7E7-120A-5E2A-3FE7960C70D7}"/>
              </a:ext>
            </a:extLst>
          </p:cNvPr>
          <p:cNvSpPr txBox="1"/>
          <p:nvPr/>
        </p:nvSpPr>
        <p:spPr>
          <a:xfrm>
            <a:off x="1509223" y="2423777"/>
            <a:ext cx="981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joueurs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amColor2">
            <a:extLst>
              <a:ext uri="{FF2B5EF4-FFF2-40B4-BE49-F238E27FC236}">
                <a16:creationId xmlns:a16="http://schemas.microsoft.com/office/drawing/2014/main" id="{323CCC38-ED48-170D-EBDF-BF572D539DBE}"/>
              </a:ext>
            </a:extLst>
          </p:cNvPr>
          <p:cNvSpPr/>
          <p:nvPr/>
        </p:nvSpPr>
        <p:spPr>
          <a:xfrm>
            <a:off x="1299747" y="2121546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amColor1">
            <a:extLst>
              <a:ext uri="{FF2B5EF4-FFF2-40B4-BE49-F238E27FC236}">
                <a16:creationId xmlns:a16="http://schemas.microsoft.com/office/drawing/2014/main" id="{43CC8F60-76F0-D1B6-64FC-2A828EACFDCB}"/>
              </a:ext>
            </a:extLst>
          </p:cNvPr>
          <p:cNvSpPr/>
          <p:nvPr/>
        </p:nvSpPr>
        <p:spPr>
          <a:xfrm>
            <a:off x="1299747" y="2472643"/>
            <a:ext cx="180000" cy="1800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ypeMoment">
            <a:extLst>
              <a:ext uri="{FF2B5EF4-FFF2-40B4-BE49-F238E27FC236}">
                <a16:creationId xmlns:a16="http://schemas.microsoft.com/office/drawing/2014/main" id="{AD5A3A54-9BB5-8A96-EC51-9EDFDF7E41FE}"/>
              </a:ext>
            </a:extLst>
          </p:cNvPr>
          <p:cNvSpPr txBox="1"/>
          <p:nvPr/>
        </p:nvSpPr>
        <p:spPr>
          <a:xfrm>
            <a:off x="1404702" y="151647"/>
            <a:ext cx="1028529" cy="253916"/>
          </a:xfrm>
          <a:prstGeom prst="rect">
            <a:avLst/>
          </a:prstGeom>
          <a:solidFill>
            <a:schemeClr val="accent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Echauffement</a:t>
            </a: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ypeExercice">
            <a:extLst>
              <a:ext uri="{FF2B5EF4-FFF2-40B4-BE49-F238E27FC236}">
                <a16:creationId xmlns:a16="http://schemas.microsoft.com/office/drawing/2014/main" id="{40512FA2-E366-AB39-B451-A22EC5599F1F}"/>
              </a:ext>
            </a:extLst>
          </p:cNvPr>
          <p:cNvSpPr txBox="1"/>
          <p:nvPr/>
        </p:nvSpPr>
        <p:spPr>
          <a:xfrm>
            <a:off x="108873" y="154057"/>
            <a:ext cx="1234006" cy="261610"/>
          </a:xfrm>
          <a:prstGeom prst="rect">
            <a:avLst/>
          </a:prstGeom>
          <a:solidFill>
            <a:schemeClr val="accent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Technique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_variables">
            <a:extLst>
              <a:ext uri="{FF2B5EF4-FFF2-40B4-BE49-F238E27FC236}">
                <a16:creationId xmlns:a16="http://schemas.microsoft.com/office/drawing/2014/main" id="{7AECAE5C-043E-831A-0DA5-943D45B7B98A}"/>
              </a:ext>
            </a:extLst>
          </p:cNvPr>
          <p:cNvSpPr/>
          <p:nvPr/>
        </p:nvSpPr>
        <p:spPr>
          <a:xfrm>
            <a:off x="1479747" y="5284474"/>
            <a:ext cx="448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Complexifiantes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limiter les touches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réduire l’espace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Simplifiantes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Agrandir le terrain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rajouter un joker au milieu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_Comportements">
            <a:extLst>
              <a:ext uri="{FF2B5EF4-FFF2-40B4-BE49-F238E27FC236}">
                <a16:creationId xmlns:a16="http://schemas.microsoft.com/office/drawing/2014/main" id="{A48DA9FA-86B3-592F-86AC-81FAEEE22CDB}"/>
              </a:ext>
            </a:extLst>
          </p:cNvPr>
          <p:cNvSpPr/>
          <p:nvPr/>
        </p:nvSpPr>
        <p:spPr>
          <a:xfrm>
            <a:off x="6129739" y="5366920"/>
            <a:ext cx="59077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Voir avant de recevoir grâce à la prise d'information.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placer de trois quarts pour jouer rapidement.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Créer de la largeur et de la profondeur.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 pas se rapprocher systématiquement du porteur.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Fixer un défenseur avant de transmettre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Logo SFL">
            <a:extLst>
              <a:ext uri="{FF2B5EF4-FFF2-40B4-BE49-F238E27FC236}">
                <a16:creationId xmlns:a16="http://schemas.microsoft.com/office/drawing/2014/main" id="{2E257F60-7271-5BB8-26A7-21E16CB10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72" y="5065813"/>
            <a:ext cx="1199659" cy="1418990"/>
          </a:xfrm>
          <a:prstGeom prst="rect">
            <a:avLst/>
          </a:prstGeom>
        </p:spPr>
      </p:pic>
      <p:pic>
        <p:nvPicPr>
          <p:cNvPr id="14" name="Schema" descr="Trois carrés 12x12, 4 contre 2">
            <a:extLst>
              <a:ext uri="{FF2B5EF4-FFF2-40B4-BE49-F238E27FC236}">
                <a16:creationId xmlns:a16="http://schemas.microsoft.com/office/drawing/2014/main" id="{3877A646-9989-9A9B-5820-034E6FB25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831" y="633540"/>
            <a:ext cx="4522277" cy="17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61475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176</Words>
  <Application>Microsoft Office PowerPoint</Application>
  <PresentationFormat>Grand écran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1_Thème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BENHAMOU Florent</dc:creator>
  <cp:lastModifiedBy>BENHAMOU Florent</cp:lastModifiedBy>
  <cp:revision>3</cp:revision>
  <dcterms:created xsi:type="dcterms:W3CDTF">2026-10-07T16:59:24Z</dcterms:created>
  <dcterms:modified xsi:type="dcterms:W3CDTF">2026-10-07T17:15:51Z</dcterms:modified>
</cp:coreProperties>
</file>